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ai-boost/awesome-harness-engineering |</a:t>
            </a:r>
          </a:p>
          <a:p>
            <a:r>
              <a:t>| Commit | 7df8f81c2128cd23a675bf9771113b558008d348 |</a:t>
            </a:r>
          </a:p>
          <a:p>
            <a:r>
              <a:t>| Upstream licence | CC0-1.0 |</a:t>
            </a:r>
          </a:p>
          <a:p>
            <a:r>
              <a:t>| Licence class | permissive |</a:t>
            </a:r>
          </a:p>
          <a:p>
            <a:r>
              <a:t>| Clone size | 0.43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K_DEEPSEEKHARN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